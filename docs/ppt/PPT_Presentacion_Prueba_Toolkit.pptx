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56" d="100"/>
          <a:sy n="56" d="100"/>
        </p:scale>
        <p:origin x="69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A6713-50CC-BFDB-C723-70CF78B61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7A7E3C-5CB9-3878-13F5-62F33845A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68B73F-BCB3-1E5F-5EE8-3E2611970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8930-B63F-4D2E-BFC3-24ACE9F507E1}" type="datetimeFigureOut">
              <a:rPr lang="es-CL" smtClean="0"/>
              <a:t>27-02-2024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D76173-ED06-395D-D3C8-1E144B3DB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EAC283-61E1-C0E4-678F-765528BF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21DA-9ECD-4309-B19F-F6E3003148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3498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3B7C4-9F99-DA29-40EC-DE3FE158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AE5DA0-BBF7-ACF8-1429-55AB1830D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DF1A85-1B93-6947-CD77-C03EC5E9C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8930-B63F-4D2E-BFC3-24ACE9F507E1}" type="datetimeFigureOut">
              <a:rPr lang="es-CL" smtClean="0"/>
              <a:t>27-02-2024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9AB9A3-69AA-647C-9A9A-28CEF9B42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CD8AC-BC24-5309-A388-EB3DA3B76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21DA-9ECD-4309-B19F-F6E3003148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63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9435D2-C658-37D0-A4BA-3BA3B67E8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B02887-7BE4-D626-7C71-C470DCA7A0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A3DE81-CC60-85BF-4D54-3CEF7957F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8930-B63F-4D2E-BFC3-24ACE9F507E1}" type="datetimeFigureOut">
              <a:rPr lang="es-CL" smtClean="0"/>
              <a:t>27-02-2024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F7B19B-01EE-A1F2-1048-658070245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AE96D3-73F9-4F74-FB85-07BA2BD38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21DA-9ECD-4309-B19F-F6E3003148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6833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E115FB-2F36-3CA6-E255-4C289196A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ED3707-5085-97C1-0FF5-CCFF24445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D2043B-09C4-EA5E-494F-1164939589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CA4BBA-127C-92E6-CDF7-3A194478B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8930-B63F-4D2E-BFC3-24ACE9F507E1}" type="datetimeFigureOut">
              <a:rPr lang="es-CL" smtClean="0"/>
              <a:t>27-02-2024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BEC09F-BEE7-71EA-4AAD-16D3F559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10B487-7D78-5FBA-5EB6-B936D390F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21DA-9ECD-4309-B19F-F6E3003148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3554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9F8253-91F6-C4C3-6CB0-DB1BBDE80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D8C742-80E0-ED07-FFA1-64EB3136A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D6B2C8C-0DD7-074F-C9F2-1A2850D9C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47DDA0-2343-95A8-DFAF-0FBC58FBC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8CCBAAF-881C-FEB5-71C5-5C73801FC3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0EE4AA7-A169-C1A7-FB3E-015641033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8930-B63F-4D2E-BFC3-24ACE9F507E1}" type="datetimeFigureOut">
              <a:rPr lang="es-CL" smtClean="0"/>
              <a:t>27-02-2024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B2011F1-F508-741F-3F9E-4E4FB88C0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E2C0097-854F-5EEE-EAF5-605BB9FCB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21DA-9ECD-4309-B19F-F6E3003148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958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77E57-F3B6-7A88-B481-596CEF97E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0CDD623-39A0-6130-FCBA-8949C1201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8930-B63F-4D2E-BFC3-24ACE9F507E1}" type="datetimeFigureOut">
              <a:rPr lang="es-CL" smtClean="0"/>
              <a:t>27-02-2024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E9F9309-C2A7-FF80-336F-B0476B9F8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872EA74-B3DF-7B90-D87A-8834CB6B8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21DA-9ECD-4309-B19F-F6E3003148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4385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6694756-BD86-0F4A-7AEC-2F8C74799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8930-B63F-4D2E-BFC3-24ACE9F507E1}" type="datetimeFigureOut">
              <a:rPr lang="es-CL" smtClean="0"/>
              <a:t>27-02-2024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F240829-6F2A-3F27-8A21-CB77CB61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264101-48C1-BCBB-0EBB-9B5C7573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21DA-9ECD-4309-B19F-F6E3003148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64255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8E200-19CE-7D50-C832-4EAD09B53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1CC8C8-ED48-6763-B5DB-37743EBF3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1D3274-824B-7B60-ABD8-45C03372D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83E948-5CD1-5A95-B8C6-C2B5F0AC7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8930-B63F-4D2E-BFC3-24ACE9F507E1}" type="datetimeFigureOut">
              <a:rPr lang="es-CL" smtClean="0"/>
              <a:t>27-02-2024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B9BFA7-74C2-2DF9-6C37-2F8989D04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1F9604-637A-8D50-D29D-0DB72B85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21DA-9ECD-4309-B19F-F6E3003148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6954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8A944C-42CE-68E1-5877-9689E5B6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D70AE79-9286-48FB-E69A-041D23377D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D56519-1BC5-FD8A-E982-7A500946F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1FEE43-4F04-5176-BD01-906FE66BD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8930-B63F-4D2E-BFC3-24ACE9F507E1}" type="datetimeFigureOut">
              <a:rPr lang="es-CL" smtClean="0"/>
              <a:t>27-02-2024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2637B4-E8A2-3840-9B8C-10B096CB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29BD91-732A-30EB-70ED-729457CD7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21DA-9ECD-4309-B19F-F6E3003148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308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1F6AB9-0DE0-F23C-77B2-25A102F18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C715C2-A56B-05B8-0A76-F2CEFFF26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A2711C-6FFB-93B9-C44C-2D6C38B4E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8930-B63F-4D2E-BFC3-24ACE9F507E1}" type="datetimeFigureOut">
              <a:rPr lang="es-CL" smtClean="0"/>
              <a:t>27-02-2024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734876-3CA4-F6FC-0EA3-0843E812F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BF294F-4DD6-4AAA-E63E-666514A06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21DA-9ECD-4309-B19F-F6E3003148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85993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BDAF51-DD5A-593A-3EAA-09ABDFED59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684908-C197-122A-D705-A7ACF9D84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F575A8-DB90-1CC2-0373-05D90480A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8930-B63F-4D2E-BFC3-24ACE9F507E1}" type="datetimeFigureOut">
              <a:rPr lang="es-CL" smtClean="0"/>
              <a:t>27-02-2024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EFC610-DE7A-7488-5DD8-2C80C437B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CA7ED0-7968-9BB0-04E6-0F5EF9A4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321DA-9ECD-4309-B19F-F6E3003148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2244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2D2E568-7FAF-51E2-BEED-2BD38BF72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9FB92D-E672-8A2A-268F-DE508D98C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25973-9C09-4288-077E-1F535E6BD7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F8930-B63F-4D2E-BFC3-24ACE9F507E1}" type="datetimeFigureOut">
              <a:rPr lang="es-CL" smtClean="0"/>
              <a:t>27-02-2024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DF64EC9-E258-2CB4-D544-A0D005AD7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BAFAF7-EC76-7302-D638-DBBB882038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321DA-9ECD-4309-B19F-F6E30031480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880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871CC-0AE9-35C0-0117-24BDBB142D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Este PPT es una presentación Prueba </a:t>
            </a:r>
            <a:r>
              <a:rPr lang="es-MX" dirty="0" err="1"/>
              <a:t>Toolkit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4843CD-04B7-7264-CF46-BF78F396DD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438941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Este PPT es una presentación Prueba Toolkit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 Lain</dc:creator>
  <cp:lastModifiedBy>Lore Lain</cp:lastModifiedBy>
  <cp:revision>2</cp:revision>
  <dcterms:created xsi:type="dcterms:W3CDTF">2024-02-27T14:31:48Z</dcterms:created>
  <dcterms:modified xsi:type="dcterms:W3CDTF">2024-02-27T14:33:52Z</dcterms:modified>
</cp:coreProperties>
</file>